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3"/>
    <p:sldId id="257" r:id="rId2"/>
    <p:sldId id="258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/>
          <p:nvPr>
            <p:ph type="sldImg"/>
          </p:nvPr>
        </p:nvSpPr>
        <p:spPr/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r>
              <a:rPr lang="en-US"/>
              <a:t>Mention the pelican rollback rehearsal and the Friday freeze window.</a:t>
            </a:r>
          </a:p>
        </p:txBody>
      </p:sp>
      <p:sp>
        <p:nvSpPr>
          <p:cNvPr id="4" name="Shape 4"/>
          <p:cNvSpPr/>
          <p:nvPr>
            <p:ph type="sldNum"/>
          </p:nvPr>
        </p:nvSpPr>
        <p:spPr/>
        <p:txBody>
          <a:bodyPr/>
          <a:p>
            <a:r>
              <a:rPr lang="en-US"/>
              <a:t>7</a:t>
            </a:r>
          </a:p>
        </p:txBody>
      </p:sp>
    </p:spTree>
  </p:cSld>
</p:note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/>
        <p:txBody>
          <a:bodyPr/>
          <a:p>
            <a:r>
              <a:rPr lang="en-US"/>
              <a:t>Open Risks</a:t>
            </a:r>
          </a:p>
        </p:txBody>
      </p:sp>
      <p:graphicFrame>
        <p:nvGraphicFramePr>
          <p:cNvPr id="5" name="Table"/>
          <p:cNvGraphicFramePr/>
          <p:nvPr/>
        </p:nvGraphicFramePr>
        <a:graphic>
          <a:graphicData>
            <a:tbl>
              <a:tr>
                <a:tc>
                  <a:txBody>
                    <a:p>
                      <a:r>
                        <a:t>Risk</a:t>
                      </a:r>
                    </a:p>
                  </a:txBody>
                </a:tc>
                <a:tc>
                  <a:txBody>
                    <a:p>
                      <a:r>
                        <a:t>Owner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Journal lag</a:t>
                      </a:r>
                    </a:p>
                  </a:txBody>
                </a:tc>
                <a:tc>
                  <a:txBody>
                    <a:p>
                      <a:r>
                        <a:t>Ingrid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Quota exhaustion</a:t>
                      </a:r>
                    </a:p>
                  </a:txBody>
                </a:tc>
                <a:tc>
                  <a:txBody>
                    <a:p>
                      <a:r>
                        <a:t>Tomas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/>
        <p:txBody>
          <a:bodyPr/>
          <a:p>
            <a:r>
              <a:rPr lang="en-US"/>
              <a:t>Cutover Plan</a:t>
            </a:r>
          </a:p>
        </p:txBody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pPr lvl="0"/>
            <a:r>
              <a:rPr lang="en-US"/>
              <a:t>Freeze writes on the legacy ledger</a:t>
            </a:r>
          </a:p>
          <a:p>
            <a:pPr lvl="0"/>
            <a:r>
              <a:rPr lang="en-US"/>
              <a:t>Replay the journal into the new cluster</a:t>
            </a:r>
          </a:p>
          <a:p>
            <a:pPr lvl="0"/>
            <a:r>
              <a:rPr lang="en-US"/>
              <a:t>Verify checksums before the DNS switch</a:t>
            </a:r>
          </a:p>
        </p:txBody>
      </p:sp>
      <p:sp>
        <p:nvSpPr>
          <p:cNvPr id="4" name="Shape 4"/>
          <p:cNvSpPr/>
          <p:nvPr>
            <p:ph type="sldNum"/>
          </p:nvPr>
        </p:nvSpPr>
        <p:spPr/>
        <p:txBody>
          <a:bodyPr/>
          <a:p>
            <a:r>
              <a:rPr lang="en-US"/>
              <a:t>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ctrTitle"/>
          </p:nvPr>
        </p:nvSpPr>
        <p:spPr/>
        <p:txBody>
          <a:bodyPr/>
          <a:p>
            <a:r>
              <a:rPr lang="en-US"/>
              <a:t>Platform Roadmap</a:t>
            </a:r>
          </a:p>
        </p:txBody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r>
              <a:rPr lang="en-US"/>
              <a:t>Quarterly review of the glacier migration programme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Platform Roadmap Review</dc:title>
</cp:coreProperties>
</file>